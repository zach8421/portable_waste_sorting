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E7D32"/>
                </a:solidFill>
              </a:rPr>
              <a:t>Portable Waste Sorting Information for Seattle</a:t>
            </a:r>
          </a:p>
          <a:p>
            <a:r>
              <a:rPr sz="1600">
                <a:solidFill>
                  <a:srgbClr val="555555"/>
                </a:solidFill>
              </a:rPr>
              <a:t>IMT 542 Final Project  ·  Information Architect  ·  github.com/zach8421/portable_waste_sorting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1 · The Information Story</a:t>
            </a:r>
          </a:p>
          <a:p>
            <a:r>
              <a:rPr sz="1500" i="1">
                <a:solidFill>
                  <a:srgbClr val="555555"/>
                </a:solidFill>
              </a:rPr>
              <a:t>Who needs this, and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User: a Seattle resident at the bin asking "which bin does this go in?" — plus developers, educators, and civic-tech builders who reuse the guidance.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Problem: SPU's official answers are locked inside a JavaScript single-page app — hard to use in the moment, impossible to reuse programmatically.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Why it matters: wrong-bin items contaminate recycling and compost, raise cost, and undercut the city's waste-reduction goals.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Goal: make the SAME official guidance portable so one dataset drives many trustworthy experiences — search, app, sign, voice, classroom.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In scope: Seattle item-level disposal guidance as open JSON.  Out of scope: making the decision for the user, non-Seattle jurisdictions, accounts/PII.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2 · Existing Structure &amp; FAIR Assessment</a:t>
            </a:r>
          </a:p>
          <a:p>
            <a:r>
              <a:rPr sz="1500" i="1">
                <a:solidFill>
                  <a:srgbClr val="555555"/>
                </a:solidFill>
              </a:rPr>
              <a:t>What's there today, and where it's weak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Existing form: category-nested website content; disposal logic buried in free-text paragraphs; data served by two undocumented taxonomy endpoints.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Access: human navigation through a SPA; no stable IDs, no schema, no contract for reuse.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FAIR assessment of the existing structure: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555555"/>
                </a:solidFill>
              </a:rPr>
              <a:t>–  Strong on Authority — SPU is the domain standard (R1.3 = High).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555555"/>
                </a:solidFill>
              </a:rPr>
              <a:t>–  Weak on Findable / Interoperable / Reusable — no portable IDs, no shared schema, no machine-readable index (F1, F4, I1 = Low).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Those weak FAIR facets are exactly what the transformation targets.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3 · How We Decided to Improve It</a:t>
            </a:r>
          </a:p>
          <a:p>
            <a:r>
              <a:rPr sz="1500" i="1">
                <a:solidFill>
                  <a:srgbClr val="555555"/>
                </a:solidFill>
              </a:rPr>
              <a:t>Deficiencies → transformation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Promote a stable item_id to a first-class key → dedup, joins, updates (fixes F1).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Flatten category-nested pages into one uniform item array → searchable index (fixes F4, I1).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Replace free-text paragraphs with structured disposal_streams + per-stream conditions; preserve ALL valid streams (74% of items are multi-stream) instead of forcing one answer.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Attach per-item provenance (source_reference, city_jurisdiction) and a versioned metadata header (fixes F3, A2, R1.2).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Validate the decision with a second city (Washington, DC): same schema, streams inferred from ReCollect templates — proves interoperability.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4 · What the New Structure Is</a:t>
            </a:r>
          </a:p>
          <a:p>
            <a:r>
              <a:rPr sz="1500" i="1">
                <a:solidFill>
                  <a:srgbClr val="555555"/>
                </a:solidFill>
              </a:rPr>
              <a:t>Portable, item-keyed JSON — differs on all four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One JSON object per item: item_id, item_name, synonyms, disposal_streams[], disposal_conditions{}, explanation, category_path[], source_reference, city_jurisdiction.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310 Seattle items (+468 DC), schema v1.0, with a metadata header and the SPU category tree.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Substantial difference (rubric needs ≥2 — this changes all 4):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555555"/>
                </a:solidFill>
              </a:rPr>
              <a:t>–  Information: normalized records w/ explicit multi-stream logic.  Structure: flat array vs. nested pages.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555555"/>
                </a:solidFill>
              </a:rPr>
              <a:t>–  Format: portable versioned JSON vs. HTML/JS payload.  Access: notebook + snapshot file + 9-endpoint REST API vs. SPA navigation.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Meets every requirement (F/A/I/R) with no scope creep; SPU quirks preserved, not silently rewritten.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5 · How Quality Is Identified &amp; Addressed</a:t>
            </a:r>
          </a:p>
          <a:p>
            <a:r>
              <a:rPr sz="1500" i="1">
                <a:solidFill>
                  <a:srgbClr val="555555"/>
                </a:solidFill>
              </a:rPr>
              <a:t>Targets, measured results, and remediation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Quality (measured on the snapshot): 310/310 unique IDs, 0 duplicates, 0 unknown streams, 0 stream/condition mismatches, 0.39 MB (&lt; 2 MB target).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Known gaps documented with remediation: 1 item with no stream (flagged, not guessed); 73 empty SPU summaries (conditions still present; derive fallback).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Performance (measured vs. target): single lookup 1.1 ms (&lt; 50), list 1.5 ms (&lt; 200), search 1.4 ms (&lt; 250), startup 0.26 s; 50/50 requests OK, zero 500s.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Identified via TESTPLAN.md (functional + performance + quality tests, alarms &amp; actions); reproducible commands in docs/05.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Accessible &amp; published: public GitHub repo with README, notebook, snapshot, API, and supporting docs for all five graded areas.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